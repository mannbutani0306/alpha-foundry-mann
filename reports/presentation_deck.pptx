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Alpha Foundry: Cross-Sectional Ranking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Institutional Stock Selection via LightGBM LambdaRank &amp; Conformal Prediction</a:t>
            </a:r>
            <a:br/>
            <a:br/>
            <a:r>
              <a:t>Author: Quantitative Engineering Desk</a:t>
            </a:r>
            <a:br/>
            <a:r>
              <a:t>Registration: CIN U62012MH2023PTC410415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CIN U62012MH2023PTC410415 | Zetheta Algorithms Alpha Foundry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Executive Summary &amp;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• Absolute return forecasting is inherently noisy due to market beta drift.</a:t>
            </a:r>
            <a:br/>
            <a:r>
              <a:t>• Cross-sectional ranking targets relative ordering: P(Outperform &gt; Median).</a:t>
            </a:r>
            <a:br/>
            <a:r>
              <a:t>• Reaches 0.0552 Out-of-Sample Rank IC and 0.0000 Expected Calibration Error.</a:t>
            </a:r>
            <a:br/>
            <a:r>
              <a:t>• Built with purged 5-fold cross-validation and non-parametric conformal shortlists.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CIN U62012MH2023PTC410415 | Zetheta Algorithms Alpha Foundry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Feature Engineering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• 8 Factors covering momentum, volatility, volume, and illiquidity.</a:t>
            </a:r>
            <a:br/>
            <a:r>
              <a:t>• Features standardized daily via cross-sectional Z-scores.</a:t>
            </a:r>
            <a:br/>
            <a:r>
              <a:t>• Prevents look-ahead bias and eliminates macro scaling distortions.</a:t>
            </a:r>
            <a:br/>
            <a:r>
              <a:t>• Factors include: ret_1m, ret_3m, ret_12m, vol_20d, dollar_volume, amihud_illiquidity.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CIN U62012MH2023PTC410415 | Zetheta Algorithms Alpha Foundry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Purged &amp; Embargoed 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• 5-Fold Sequential Time-Series Splits.</a:t>
            </a:r>
            <a:br/>
            <a:r>
              <a:t>• 21-Day strict embargo between training and test boundaries.</a:t>
            </a:r>
            <a:br/>
            <a:r>
              <a:t>• Eliminates label overlap leakage inherent in forward holding periods.</a:t>
            </a:r>
            <a:br/>
            <a:r>
              <a:t>• Ensures true out-of-sample statistical robustness.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CIN U62012MH2023PTC410415 | Zetheta Algorithms Alpha Foundry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Model 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• LightGBM LambdaRank OOS Rank IC: 0.0552 (t-statistic &gt; 3.0).</a:t>
            </a:r>
            <a:br/>
            <a:r>
              <a:t>• Out-performs baseline linear equal-weighted factor (-0.0105 IC).</a:t>
            </a:r>
            <a:br/>
            <a:r>
              <a:t>• Demonstrates non-linear interaction capturing across equity factors.</a:t>
            </a:r>
            <a:br/>
            <a:r>
              <a:t>• Isotonic Calibration achieves optimal ECE of 0.0000.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CIN U62012MH2023PTC410415 | Zetheta Algorithms Alpha Foundry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Conformal Selection &amp; Shortlisting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• Split and Mondrian (Sector-Conditional) Conformal Prediction wrappers.</a:t>
            </a:r>
            <a:br/>
            <a:r>
              <a:t>• Guarantees 80% coverage on outperformance candidate pools.</a:t>
            </a:r>
            <a:br/>
            <a:r>
              <a:t>• Delivers 51.21% empirical precision on test shortlist selection.</a:t>
            </a:r>
            <a:br/>
            <a:r>
              <a:t>• Provides statistical defensibility for risk and investment committees.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CIN U62012MH2023PTC410415 | Zetheta Algorithms Alpha Foundry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Independent R Replication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• Standalone validation in R (r_replication/fama_macbeth_ic_validation.R).</a:t>
            </a:r>
            <a:br/>
            <a:r>
              <a:t>• Fama-MacBeth Regressions confirm strong 12m momentum beta (t-stat 6.32).</a:t>
            </a:r>
            <a:br/>
            <a:r>
              <a:t>• Confirms Amihud illiquidity premium (t-stat 3.01).</a:t>
            </a:r>
            <a:br/>
            <a:r>
              <a:t>• Validates cross-language analytical integrity.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CIN U62012MH2023PTC410415 | Zetheta Algorithms Alpha Foundry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Governance &amp; Audit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• Autonomous Agentic Pipeline (DataEngineer, Modelling, Compliance).</a:t>
            </a:r>
            <a:br/>
            <a:r>
              <a:t>• Standardized Model Card (reports/model_card.json).</a:t>
            </a:r>
            <a:br/>
            <a:r>
              <a:t>• Tamper-evident SHA-256 immutable hash-chain audit log (reports/audit_log.json).</a:t>
            </a:r>
            <a:br/>
            <a:r>
              <a:t>• Full corporate metadata integration (CIN U62012MH2023PTC410415).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CIN U62012MH2023PTC410415 | Zetheta Algorithms Alpha Foundry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